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1951"/>
    <a:srgbClr val="836FFF"/>
    <a:srgbClr val="80600B"/>
    <a:srgbClr val="DDA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632"/>
  </p:normalViewPr>
  <p:slideViewPr>
    <p:cSldViewPr snapToGrid="0">
      <p:cViewPr varScale="1">
        <p:scale>
          <a:sx n="106" d="100"/>
          <a:sy n="106" d="100"/>
        </p:scale>
        <p:origin x="11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F9D1A-7965-D2DD-A3B7-9EA2EDD1B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02731E-274B-9395-EAD2-513EDB57B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73BFA-AE54-4BD5-F0B0-134ED2BA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FA4AF-AB2E-58A1-23B4-ED5C30989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03EFB5-10EB-3A4C-D6F0-6E5F80F4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2480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B0CD4-557A-18A2-0D42-6317AF8C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4F77A0-41F7-95AE-ED0C-AB683E769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EDEEB3-6CD1-1330-569C-11C0AAEF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5FEB3-8967-9AE9-4235-93B0EF0D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46F85A-3D9A-C8B0-C2D9-B118F0D3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066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03AD3-26F5-7D72-C179-D4FE9A8B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EFC0F7-3925-C496-FB6B-DBEF5C1D0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406079-57E4-903F-428B-3D3630C0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CE10F7-D415-3B1E-2397-1D49143C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23A4E-4A79-BD1B-3A57-80D2EADF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389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7801B-8BE9-438B-E684-FF9AEBFF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53BA6-D66F-3745-398D-6FCF1519B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B70B54-B382-6483-C4FA-A5FEC9D76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F02A42-99F1-7A82-B696-682188E3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5F60AF-0C47-7446-B563-A8B105B1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8C3109-B858-928C-A74F-EE0D1062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66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CD26B-951C-D442-B660-095039D3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7D2AFA-A6C1-2A11-062D-CAEB8581D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B02418-32BB-773C-C7E1-C4962D479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B7571F-547F-70D1-DC9B-B843B52A1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C4872F-7E2B-16E0-08B7-0E46C1F74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FF98AB-C70A-48F6-54BB-9EFAA56A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50B734-FFC0-E458-E3AB-AAA810EE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ACA678-6D9D-734B-223B-FB02187F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80093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443BB-2AB3-963D-7D66-DFEAB58A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D34BDD-A4D1-1DE4-2461-CDF09960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46F3F9-747C-8D8D-F4EA-D9DBE2B4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DD30B4-6428-03ED-8042-7BB9ADFF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985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17F5FC-8AB8-753B-9F40-6E4D2DEB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18AD8E-477B-B99D-9D80-F9709542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FDCA99-7107-DD26-4588-2C6D0812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73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2285F-A71F-E2C8-71DB-5893F932B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B597C-933A-9CBF-77DB-FAB10D1E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4D876F-7F12-CC6B-9709-AC61376C9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0BECB4-710D-B10B-2FFA-863960BD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00C350-11A4-B622-666C-F5635762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6FAF7F-3525-099D-796C-BA3B4F84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63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272F4-80DA-DDB2-0401-46C798BC4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4DCBFE-FA2B-4EF3-5D6A-615A57EF4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CA0352-A221-54F1-9CB0-996CF6382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C8DA3-B087-CC32-C423-E160335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5F0451-388B-8AA6-F0A7-389D45FB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47CBEE-681F-9E3C-2C6C-5F39CDE5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44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579D2-D919-54BB-6F89-138998A2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0F9DBF-E9DC-B1BA-F1E3-776BBB420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ACE349-206A-2DC4-C774-E713D2CC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A5F299-E028-19F3-0C09-979BE464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857F8-A150-57E3-88DE-254BBC21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794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CA1C51-EFEF-E857-F482-82B9022C2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D7453F-AB86-BCB6-D21A-3F85B2083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775BF-1012-A7A2-6389-21A12147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B49274-5828-7E54-04E4-073AFD1B6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23FC1D-99FB-EC15-68EF-37B2ED90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896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3A2380-F330-3310-0B38-0FD8448C3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B6BB31-CC8A-A41D-FD77-77CD82448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14BF0B-3F62-84B5-8D82-2A1A1E593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1585A-3F90-8345-BC29-6E836042DED2}" type="datetimeFigureOut">
              <a:rPr kumimoji="1" lang="ko-KR" altLang="en-US" smtClean="0"/>
              <a:t>2026. 9. 30.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32F10-9E0C-38A6-5A11-17CFB6936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A9D0C7-857B-226B-BF49-5FDC757FE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958FE-5EF9-8640-8D4A-07928F898E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85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E70295E-A8B3-694D-2185-F78A6211FC08}"/>
              </a:ext>
            </a:extLst>
          </p:cNvPr>
          <p:cNvSpPr/>
          <p:nvPr/>
        </p:nvSpPr>
        <p:spPr>
          <a:xfrm>
            <a:off x="9052330" y="739877"/>
            <a:ext cx="2930130" cy="5378246"/>
          </a:xfrm>
          <a:prstGeom prst="roundRect">
            <a:avLst>
              <a:gd name="adj" fmla="val 974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AD62E1C-B50E-66A0-6194-A7DE5FDE390F}"/>
              </a:ext>
            </a:extLst>
          </p:cNvPr>
          <p:cNvGrpSpPr/>
          <p:nvPr/>
        </p:nvGrpSpPr>
        <p:grpSpPr>
          <a:xfrm>
            <a:off x="10392203" y="1992948"/>
            <a:ext cx="250383" cy="241318"/>
            <a:chOff x="8740239" y="1732314"/>
            <a:chExt cx="443572" cy="427512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D3F7A88E-26A7-1723-2809-A625B05C873E}"/>
                </a:ext>
              </a:extLst>
            </p:cNvPr>
            <p:cNvSpPr/>
            <p:nvPr/>
          </p:nvSpPr>
          <p:spPr>
            <a:xfrm>
              <a:off x="8740239" y="1732314"/>
              <a:ext cx="427512" cy="42751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834C821-9130-14D3-5A45-D2E00AE6D475}"/>
                </a:ext>
              </a:extLst>
            </p:cNvPr>
            <p:cNvSpPr/>
            <p:nvPr/>
          </p:nvSpPr>
          <p:spPr>
            <a:xfrm>
              <a:off x="8830497" y="1769413"/>
              <a:ext cx="353314" cy="3533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D25C55-19CB-1D1B-73A1-C4BA30CDB10A}"/>
              </a:ext>
            </a:extLst>
          </p:cNvPr>
          <p:cNvGrpSpPr/>
          <p:nvPr/>
        </p:nvGrpSpPr>
        <p:grpSpPr>
          <a:xfrm>
            <a:off x="9491353" y="2305673"/>
            <a:ext cx="2052085" cy="2144737"/>
            <a:chOff x="4730338" y="1940017"/>
            <a:chExt cx="2731325" cy="285464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CD1AEEF-BAC2-8099-5BAA-3C5A58AE60B7}"/>
                </a:ext>
              </a:extLst>
            </p:cNvPr>
            <p:cNvSpPr/>
            <p:nvPr/>
          </p:nvSpPr>
          <p:spPr>
            <a:xfrm>
              <a:off x="4730338" y="2063338"/>
              <a:ext cx="2731325" cy="2731325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  <p:sp>
          <p:nvSpPr>
            <p:cNvPr id="9" name="삼각형 8">
              <a:extLst>
                <a:ext uri="{FF2B5EF4-FFF2-40B4-BE49-F238E27FC236}">
                  <a16:creationId xmlns:a16="http://schemas.microsoft.com/office/drawing/2014/main" id="{A357AF86-B495-B0F1-C12F-486CAD7DD134}"/>
                </a:ext>
              </a:extLst>
            </p:cNvPr>
            <p:cNvSpPr/>
            <p:nvPr/>
          </p:nvSpPr>
          <p:spPr>
            <a:xfrm>
              <a:off x="6025828" y="1940017"/>
              <a:ext cx="140345" cy="1209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A77BA84-79FE-799F-D6CA-3CFB23875CEA}"/>
              </a:ext>
            </a:extLst>
          </p:cNvPr>
          <p:cNvSpPr txBox="1"/>
          <p:nvPr/>
        </p:nvSpPr>
        <p:spPr>
          <a:xfrm>
            <a:off x="10192111" y="4749820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39.16° EN</a:t>
            </a:r>
            <a:endParaRPr kumimoji="1" lang="ko-KR" altLang="en-US" sz="1000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EAEF9927-CA26-DD66-41CB-CD2792F8F29D}"/>
              </a:ext>
            </a:extLst>
          </p:cNvPr>
          <p:cNvCxnSpPr>
            <a:cxnSpLocks/>
          </p:cNvCxnSpPr>
          <p:nvPr/>
        </p:nvCxnSpPr>
        <p:spPr>
          <a:xfrm>
            <a:off x="9550685" y="5698561"/>
            <a:ext cx="193342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B733362E-4F15-F3C1-DA68-1D2D64BE9B4F}"/>
              </a:ext>
            </a:extLst>
          </p:cNvPr>
          <p:cNvSpPr/>
          <p:nvPr/>
        </p:nvSpPr>
        <p:spPr>
          <a:xfrm>
            <a:off x="10493691" y="5649384"/>
            <a:ext cx="98354" cy="983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9D6D0F26-12D3-0288-7F42-B6233B0FEF1A}"/>
              </a:ext>
            </a:extLst>
          </p:cNvPr>
          <p:cNvSpPr/>
          <p:nvPr/>
        </p:nvSpPr>
        <p:spPr>
          <a:xfrm>
            <a:off x="2460410" y="739877"/>
            <a:ext cx="2930130" cy="5378246"/>
          </a:xfrm>
          <a:prstGeom prst="roundRect">
            <a:avLst>
              <a:gd name="adj" fmla="val 974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970FEC-6B4F-7A65-BCE0-33819D69EF12}"/>
              </a:ext>
            </a:extLst>
          </p:cNvPr>
          <p:cNvGrpSpPr/>
          <p:nvPr/>
        </p:nvGrpSpPr>
        <p:grpSpPr>
          <a:xfrm>
            <a:off x="2614707" y="2930355"/>
            <a:ext cx="250383" cy="241318"/>
            <a:chOff x="8740239" y="1732314"/>
            <a:chExt cx="443572" cy="427512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79A2C66-CA7F-C798-C28D-0FC16EF696B5}"/>
                </a:ext>
              </a:extLst>
            </p:cNvPr>
            <p:cNvSpPr/>
            <p:nvPr/>
          </p:nvSpPr>
          <p:spPr>
            <a:xfrm>
              <a:off x="8740239" y="1732314"/>
              <a:ext cx="427512" cy="42751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82AFA24-3E75-8592-0461-841B1FCE165C}"/>
                </a:ext>
              </a:extLst>
            </p:cNvPr>
            <p:cNvSpPr/>
            <p:nvPr/>
          </p:nvSpPr>
          <p:spPr>
            <a:xfrm>
              <a:off x="8830497" y="1769413"/>
              <a:ext cx="353314" cy="3533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EA9D12A-7C52-60A3-6247-EC9DD0A279E7}"/>
              </a:ext>
            </a:extLst>
          </p:cNvPr>
          <p:cNvGrpSpPr/>
          <p:nvPr/>
        </p:nvGrpSpPr>
        <p:grpSpPr>
          <a:xfrm>
            <a:off x="2899432" y="2305672"/>
            <a:ext cx="2052085" cy="2144738"/>
            <a:chOff x="4730338" y="1940017"/>
            <a:chExt cx="2731325" cy="285464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195BF437-7023-07F6-3EAD-024E86BF2F82}"/>
                </a:ext>
              </a:extLst>
            </p:cNvPr>
            <p:cNvSpPr/>
            <p:nvPr/>
          </p:nvSpPr>
          <p:spPr>
            <a:xfrm>
              <a:off x="4730338" y="2063338"/>
              <a:ext cx="2731325" cy="2731325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  <p:sp>
          <p:nvSpPr>
            <p:cNvPr id="21" name="삼각형 20">
              <a:extLst>
                <a:ext uri="{FF2B5EF4-FFF2-40B4-BE49-F238E27FC236}">
                  <a16:creationId xmlns:a16="http://schemas.microsoft.com/office/drawing/2014/main" id="{618F260D-1E65-4B11-47CA-B5940CE2C984}"/>
                </a:ext>
              </a:extLst>
            </p:cNvPr>
            <p:cNvSpPr/>
            <p:nvPr/>
          </p:nvSpPr>
          <p:spPr>
            <a:xfrm>
              <a:off x="6025828" y="1940017"/>
              <a:ext cx="140345" cy="12098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C822A5E-260E-13C2-1A03-83BC274E86A1}"/>
              </a:ext>
            </a:extLst>
          </p:cNvPr>
          <p:cNvSpPr txBox="1"/>
          <p:nvPr/>
        </p:nvSpPr>
        <p:spPr>
          <a:xfrm>
            <a:off x="3600191" y="4749820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39.16° EN</a:t>
            </a:r>
            <a:endParaRPr kumimoji="1" lang="ko-KR" altLang="en-US" sz="1000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A150F7D4-2B0D-6172-8E18-499819C04D46}"/>
              </a:ext>
            </a:extLst>
          </p:cNvPr>
          <p:cNvCxnSpPr>
            <a:cxnSpLocks/>
          </p:cNvCxnSpPr>
          <p:nvPr/>
        </p:nvCxnSpPr>
        <p:spPr>
          <a:xfrm>
            <a:off x="2958765" y="5698561"/>
            <a:ext cx="193342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CF0D0EF7-A921-358B-BE27-430E85F649B8}"/>
              </a:ext>
            </a:extLst>
          </p:cNvPr>
          <p:cNvSpPr/>
          <p:nvPr/>
        </p:nvSpPr>
        <p:spPr>
          <a:xfrm>
            <a:off x="3901771" y="5649384"/>
            <a:ext cx="98354" cy="983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A9D7D95D-732F-BEAD-1B25-EC167C2550DC}"/>
              </a:ext>
            </a:extLst>
          </p:cNvPr>
          <p:cNvSpPr/>
          <p:nvPr/>
        </p:nvSpPr>
        <p:spPr>
          <a:xfrm>
            <a:off x="5756370" y="739877"/>
            <a:ext cx="2930130" cy="5378246"/>
          </a:xfrm>
          <a:prstGeom prst="roundRect">
            <a:avLst>
              <a:gd name="adj" fmla="val 974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Montserrat" pitchFamily="2" charset="0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B49CB9B-96BB-66E9-9993-2D79A8AB8528}"/>
              </a:ext>
            </a:extLst>
          </p:cNvPr>
          <p:cNvGrpSpPr/>
          <p:nvPr/>
        </p:nvGrpSpPr>
        <p:grpSpPr>
          <a:xfrm>
            <a:off x="6677691" y="2156131"/>
            <a:ext cx="250383" cy="241318"/>
            <a:chOff x="8740239" y="1732314"/>
            <a:chExt cx="443572" cy="427512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1BE7792-F8FC-FEB6-1208-3454C9C5056B}"/>
                </a:ext>
              </a:extLst>
            </p:cNvPr>
            <p:cNvSpPr/>
            <p:nvPr/>
          </p:nvSpPr>
          <p:spPr>
            <a:xfrm>
              <a:off x="8740239" y="1732314"/>
              <a:ext cx="427512" cy="42751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623D052-E03D-3DA0-3DF8-897A784B6F24}"/>
                </a:ext>
              </a:extLst>
            </p:cNvPr>
            <p:cNvSpPr/>
            <p:nvPr/>
          </p:nvSpPr>
          <p:spPr>
            <a:xfrm>
              <a:off x="8830497" y="1769413"/>
              <a:ext cx="353314" cy="35331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B2A9958-13E1-2142-AFAD-1916F0AC6389}"/>
              </a:ext>
            </a:extLst>
          </p:cNvPr>
          <p:cNvGrpSpPr/>
          <p:nvPr/>
        </p:nvGrpSpPr>
        <p:grpSpPr>
          <a:xfrm>
            <a:off x="6195393" y="2305673"/>
            <a:ext cx="2052085" cy="2144737"/>
            <a:chOff x="4730338" y="1940017"/>
            <a:chExt cx="2731325" cy="2854646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AD3AAA4-62CB-A941-8A32-DF062BAA0750}"/>
                </a:ext>
              </a:extLst>
            </p:cNvPr>
            <p:cNvSpPr/>
            <p:nvPr/>
          </p:nvSpPr>
          <p:spPr>
            <a:xfrm>
              <a:off x="4730338" y="2063338"/>
              <a:ext cx="2731325" cy="2731325"/>
            </a:xfrm>
            <a:prstGeom prst="ellipse">
              <a:avLst/>
            </a:prstGeom>
            <a:noFill/>
            <a:ln w="28575">
              <a:solidFill>
                <a:srgbClr val="FFC0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Montserrat" pitchFamily="2" charset="0"/>
              </a:endParaRPr>
            </a:p>
          </p:txBody>
        </p:sp>
        <p:sp>
          <p:nvSpPr>
            <p:cNvPr id="35" name="삼각형 34">
              <a:extLst>
                <a:ext uri="{FF2B5EF4-FFF2-40B4-BE49-F238E27FC236}">
                  <a16:creationId xmlns:a16="http://schemas.microsoft.com/office/drawing/2014/main" id="{1869563E-2496-5B0A-CCC8-0F7703C1077E}"/>
                </a:ext>
              </a:extLst>
            </p:cNvPr>
            <p:cNvSpPr/>
            <p:nvPr/>
          </p:nvSpPr>
          <p:spPr>
            <a:xfrm>
              <a:off x="6025828" y="1940017"/>
              <a:ext cx="140345" cy="120986"/>
            </a:xfrm>
            <a:prstGeom prst="triangle">
              <a:avLst/>
            </a:prstGeom>
            <a:solidFill>
              <a:srgbClr val="80600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Montserrat" pitchFamily="2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BA51E96-27A4-F57B-C887-C8FEE8F585EF}"/>
              </a:ext>
            </a:extLst>
          </p:cNvPr>
          <p:cNvSpPr txBox="1"/>
          <p:nvPr/>
        </p:nvSpPr>
        <p:spPr>
          <a:xfrm>
            <a:off x="6896151" y="4749820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  <a:latin typeface="Montserra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39.16° EN</a:t>
            </a:r>
            <a:endParaRPr kumimoji="1" lang="ko-KR" altLang="en-US" sz="1000" dirty="0">
              <a:solidFill>
                <a:schemeClr val="bg1"/>
              </a:solidFill>
              <a:latin typeface="Montserrat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CEEA5370-CCFA-6EE6-00A6-7717B65C87BF}"/>
              </a:ext>
            </a:extLst>
          </p:cNvPr>
          <p:cNvCxnSpPr>
            <a:cxnSpLocks/>
          </p:cNvCxnSpPr>
          <p:nvPr/>
        </p:nvCxnSpPr>
        <p:spPr>
          <a:xfrm>
            <a:off x="6254725" y="5698561"/>
            <a:ext cx="193342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83ACAAC6-356A-73C3-7C81-A5120EAB0AA4}"/>
              </a:ext>
            </a:extLst>
          </p:cNvPr>
          <p:cNvSpPr/>
          <p:nvPr/>
        </p:nvSpPr>
        <p:spPr>
          <a:xfrm>
            <a:off x="7197731" y="5649384"/>
            <a:ext cx="98354" cy="9835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Montserrat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1C3CAE-E59E-E82C-1C8F-D3AC05E84819}"/>
              </a:ext>
            </a:extLst>
          </p:cNvPr>
          <p:cNvSpPr txBox="1"/>
          <p:nvPr/>
        </p:nvSpPr>
        <p:spPr>
          <a:xfrm>
            <a:off x="3017214" y="369492"/>
            <a:ext cx="1816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Align 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전</a:t>
            </a:r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,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30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도 이상 차이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C8A49B-B060-95E9-63EC-BBA3427B81A2}"/>
              </a:ext>
            </a:extLst>
          </p:cNvPr>
          <p:cNvSpPr txBox="1"/>
          <p:nvPr/>
        </p:nvSpPr>
        <p:spPr>
          <a:xfrm>
            <a:off x="6308641" y="369492"/>
            <a:ext cx="1816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Align 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중</a:t>
            </a:r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,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30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도 이내 진입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9C0E8C-485D-4384-A23A-C54321329C22}"/>
              </a:ext>
            </a:extLst>
          </p:cNvPr>
          <p:cNvSpPr txBox="1"/>
          <p:nvPr/>
        </p:nvSpPr>
        <p:spPr>
          <a:xfrm>
            <a:off x="9605406" y="369492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Align 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완료</a:t>
            </a:r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,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오차 </a:t>
            </a:r>
            <a:r>
              <a:rPr kumimoji="1" lang="en-US" altLang="ko-KR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1</a:t>
            </a:r>
            <a:r>
              <a:rPr kumimoji="1" lang="ko-KR" altLang="en-US" sz="1200" b="1" dirty="0">
                <a:solidFill>
                  <a:srgbClr val="21195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도 이내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8F5FB4-40D1-B375-C749-A517B7B08404}"/>
              </a:ext>
            </a:extLst>
          </p:cNvPr>
          <p:cNvSpPr txBox="1"/>
          <p:nvPr/>
        </p:nvSpPr>
        <p:spPr>
          <a:xfrm>
            <a:off x="3173507" y="6188872"/>
            <a:ext cx="15039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Align </a:t>
            </a:r>
            <a:r>
              <a:rPr kumimoji="1" lang="ko-KR" altLang="en-US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전</a:t>
            </a:r>
            <a:r>
              <a:rPr kumimoji="1" lang="en-US" altLang="ko-KR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</a:t>
            </a:r>
            <a:r>
              <a:rPr kumimoji="1" lang="en-US" altLang="ko-KR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30</a:t>
            </a:r>
            <a:r>
              <a:rPr kumimoji="1" lang="ko-KR" altLang="en-US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도 이상 차이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B1DB1A-50E1-14DD-DDD3-D077B871258F}"/>
              </a:ext>
            </a:extLst>
          </p:cNvPr>
          <p:cNvSpPr txBox="1"/>
          <p:nvPr/>
        </p:nvSpPr>
        <p:spPr>
          <a:xfrm>
            <a:off x="6153506" y="6188872"/>
            <a:ext cx="21868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달의 방위각에 접근할수록 밝아지는 효과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2260D7-C59A-F6BD-9F64-B78388E2DB75}"/>
              </a:ext>
            </a:extLst>
          </p:cNvPr>
          <p:cNvSpPr txBox="1"/>
          <p:nvPr/>
        </p:nvSpPr>
        <p:spPr>
          <a:xfrm>
            <a:off x="9231906" y="6188872"/>
            <a:ext cx="25619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방위각 일치 시 가장 밝은 색</a:t>
            </a:r>
            <a:r>
              <a:rPr kumimoji="1" lang="en-US" altLang="ko-KR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,</a:t>
            </a:r>
            <a:r>
              <a:rPr kumimoji="1" lang="ko-KR" altLang="en-US" sz="1000" dirty="0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 선도 소폭 </a:t>
            </a:r>
            <a:r>
              <a:rPr kumimoji="1" lang="ko-KR" altLang="en-US" sz="1000" dirty="0" err="1">
                <a:solidFill>
                  <a:srgbClr val="211951"/>
                </a:solidFill>
                <a:latin typeface="Montserrat" pitchFamily="2" charset="0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두꺼워짐</a:t>
            </a:r>
            <a:endParaRPr kumimoji="1" lang="ko-KR" altLang="en-US" sz="1000" dirty="0">
              <a:solidFill>
                <a:srgbClr val="211951"/>
              </a:solidFill>
              <a:latin typeface="Montserrat" pitchFamily="2" charset="0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cxnSp>
        <p:nvCxnSpPr>
          <p:cNvPr id="48" name="구부러진 연결선[U] 47">
            <a:extLst>
              <a:ext uri="{FF2B5EF4-FFF2-40B4-BE49-F238E27FC236}">
                <a16:creationId xmlns:a16="http://schemas.microsoft.com/office/drawing/2014/main" id="{A6D7DFF8-D9D9-6373-FDF9-761FDB56FE54}"/>
              </a:ext>
            </a:extLst>
          </p:cNvPr>
          <p:cNvCxnSpPr>
            <a:cxnSpLocks/>
          </p:cNvCxnSpPr>
          <p:nvPr/>
        </p:nvCxnSpPr>
        <p:spPr>
          <a:xfrm flipV="1">
            <a:off x="1980713" y="3570680"/>
            <a:ext cx="680383" cy="457341"/>
          </a:xfrm>
          <a:prstGeom prst="curvedConnector3">
            <a:avLst/>
          </a:prstGeom>
          <a:ln>
            <a:solidFill>
              <a:srgbClr val="836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구부러진 연결선[U] 50">
            <a:extLst>
              <a:ext uri="{FF2B5EF4-FFF2-40B4-BE49-F238E27FC236}">
                <a16:creationId xmlns:a16="http://schemas.microsoft.com/office/drawing/2014/main" id="{53291094-544F-6527-56C9-F0D4862D592A}"/>
              </a:ext>
            </a:extLst>
          </p:cNvPr>
          <p:cNvCxnSpPr>
            <a:cxnSpLocks/>
          </p:cNvCxnSpPr>
          <p:nvPr/>
        </p:nvCxnSpPr>
        <p:spPr>
          <a:xfrm>
            <a:off x="1994129" y="2805717"/>
            <a:ext cx="539473" cy="240712"/>
          </a:xfrm>
          <a:prstGeom prst="curvedConnector3">
            <a:avLst/>
          </a:prstGeom>
          <a:ln>
            <a:solidFill>
              <a:srgbClr val="836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8577D56-A152-48C6-891B-212468C97EE0}"/>
              </a:ext>
            </a:extLst>
          </p:cNvPr>
          <p:cNvSpPr txBox="1"/>
          <p:nvPr/>
        </p:nvSpPr>
        <p:spPr>
          <a:xfrm>
            <a:off x="123567" y="1942433"/>
            <a:ext cx="22172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달의 모양은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,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 표면은 고려하지 않되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,</a:t>
            </a:r>
          </a:p>
          <a:p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다만 실제 달의 위상 및 모양을</a:t>
            </a:r>
            <a:endParaRPr kumimoji="1" lang="en-US" altLang="ko-KR" sz="1000" dirty="0">
              <a:solidFill>
                <a:srgbClr val="836FFF"/>
              </a:solidFill>
              <a:latin typeface="Montserrat" pitchFamily="2" charset="0"/>
            </a:endParaRPr>
          </a:p>
          <a:p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파악하여 표시한다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.</a:t>
            </a:r>
          </a:p>
          <a:p>
            <a:endParaRPr kumimoji="1" lang="en-US" altLang="ko-KR" sz="1000" dirty="0">
              <a:solidFill>
                <a:srgbClr val="836FFF"/>
              </a:solidFill>
              <a:latin typeface="Montserrat" pitchFamily="2" charset="0"/>
            </a:endParaRPr>
          </a:p>
          <a:p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Top</a:t>
            </a:r>
            <a:r>
              <a:rPr kumimoji="1" lang="ko-KR" altLang="en-US" sz="1000" dirty="0" err="1">
                <a:solidFill>
                  <a:srgbClr val="836FFF"/>
                </a:solidFill>
                <a:latin typeface="Montserrat" pitchFamily="2" charset="0"/>
              </a:rPr>
              <a:t>에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 위치한 화살표와 맞춘다는</a:t>
            </a:r>
            <a:endParaRPr kumimoji="1" lang="en-US" altLang="ko-KR" sz="1000" dirty="0">
              <a:solidFill>
                <a:srgbClr val="836FFF"/>
              </a:solidFill>
              <a:latin typeface="Montserrat" pitchFamily="2" charset="0"/>
            </a:endParaRPr>
          </a:p>
          <a:p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목표를 유저에게 갖게 한다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7C84294-5AA6-9D43-E264-D95BEFBE4AF0}"/>
              </a:ext>
            </a:extLst>
          </p:cNvPr>
          <p:cNvSpPr txBox="1"/>
          <p:nvPr/>
        </p:nvSpPr>
        <p:spPr>
          <a:xfrm>
            <a:off x="548637" y="3899905"/>
            <a:ext cx="139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나침반은 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Top</a:t>
            </a:r>
            <a:r>
              <a:rPr kumimoji="1" lang="ko-KR" altLang="en-US" sz="1000" dirty="0" err="1">
                <a:solidFill>
                  <a:srgbClr val="836FFF"/>
                </a:solidFill>
                <a:latin typeface="Montserrat" pitchFamily="2" charset="0"/>
              </a:rPr>
              <a:t>에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 고정</a:t>
            </a:r>
            <a:endParaRPr kumimoji="1" lang="en-US" altLang="ko-KR" sz="1000" dirty="0">
              <a:solidFill>
                <a:srgbClr val="836FFF"/>
              </a:solidFill>
              <a:latin typeface="Montserrat" pitchFamily="2" charset="0"/>
            </a:endParaRPr>
          </a:p>
          <a:p>
            <a:pPr algn="ctr"/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(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핸드폰이 보는 방향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)</a:t>
            </a:r>
          </a:p>
        </p:txBody>
      </p:sp>
      <p:cxnSp>
        <p:nvCxnSpPr>
          <p:cNvPr id="56" name="구부러진 연결선[U] 55">
            <a:extLst>
              <a:ext uri="{FF2B5EF4-FFF2-40B4-BE49-F238E27FC236}">
                <a16:creationId xmlns:a16="http://schemas.microsoft.com/office/drawing/2014/main" id="{C73D2B50-D017-B178-2B1C-89F60EB462D1}"/>
              </a:ext>
            </a:extLst>
          </p:cNvPr>
          <p:cNvCxnSpPr>
            <a:cxnSpLocks/>
          </p:cNvCxnSpPr>
          <p:nvPr/>
        </p:nvCxnSpPr>
        <p:spPr>
          <a:xfrm flipV="1">
            <a:off x="2005669" y="4816927"/>
            <a:ext cx="1563240" cy="321412"/>
          </a:xfrm>
          <a:prstGeom prst="curvedConnector3">
            <a:avLst/>
          </a:prstGeom>
          <a:ln>
            <a:solidFill>
              <a:srgbClr val="836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5FF659-C92A-0C1F-FDAF-E86EEE286440}"/>
              </a:ext>
            </a:extLst>
          </p:cNvPr>
          <p:cNvSpPr txBox="1"/>
          <p:nvPr/>
        </p:nvSpPr>
        <p:spPr>
          <a:xfrm>
            <a:off x="108139" y="5049118"/>
            <a:ext cx="19864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방위각과 방향을 심플하게 표시</a:t>
            </a:r>
          </a:p>
        </p:txBody>
      </p:sp>
      <p:cxnSp>
        <p:nvCxnSpPr>
          <p:cNvPr id="60" name="구부러진 연결선[U] 59">
            <a:extLst>
              <a:ext uri="{FF2B5EF4-FFF2-40B4-BE49-F238E27FC236}">
                <a16:creationId xmlns:a16="http://schemas.microsoft.com/office/drawing/2014/main" id="{50B56E56-A6EF-0634-7AD5-0283D2ACBE59}"/>
              </a:ext>
            </a:extLst>
          </p:cNvPr>
          <p:cNvCxnSpPr>
            <a:cxnSpLocks/>
          </p:cNvCxnSpPr>
          <p:nvPr/>
        </p:nvCxnSpPr>
        <p:spPr>
          <a:xfrm flipV="1">
            <a:off x="2122484" y="5695035"/>
            <a:ext cx="717356" cy="205078"/>
          </a:xfrm>
          <a:prstGeom prst="curvedConnector3">
            <a:avLst/>
          </a:prstGeom>
          <a:ln>
            <a:solidFill>
              <a:srgbClr val="836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CCAC689-314C-450F-42E7-4FFD006FA557}"/>
              </a:ext>
            </a:extLst>
          </p:cNvPr>
          <p:cNvSpPr txBox="1"/>
          <p:nvPr/>
        </p:nvSpPr>
        <p:spPr>
          <a:xfrm>
            <a:off x="232972" y="5533499"/>
            <a:ext cx="19591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(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옵션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)</a:t>
            </a:r>
          </a:p>
          <a:p>
            <a:pPr algn="ctr"/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시간 조절 슬라이더</a:t>
            </a:r>
            <a:endParaRPr kumimoji="1" lang="en-US" altLang="ko-KR" sz="1000" dirty="0">
              <a:solidFill>
                <a:srgbClr val="836FFF"/>
              </a:solidFill>
              <a:latin typeface="Montserrat" pitchFamily="2" charset="0"/>
            </a:endParaRPr>
          </a:p>
          <a:p>
            <a:pPr algn="ctr"/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전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/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후 시간의 달의 방향으로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.</a:t>
            </a:r>
          </a:p>
          <a:p>
            <a:pPr algn="ctr"/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간격은 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+/-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 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12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시간 정도의 시간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?</a:t>
            </a:r>
            <a:endParaRPr kumimoji="1" lang="ko-KR" altLang="en-US" sz="1000" dirty="0">
              <a:solidFill>
                <a:srgbClr val="836FFF"/>
              </a:solidFill>
              <a:latin typeface="Montserrat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827F43-1FF6-B4FB-E3E9-94921C46125A}"/>
              </a:ext>
            </a:extLst>
          </p:cNvPr>
          <p:cNvSpPr txBox="1"/>
          <p:nvPr/>
        </p:nvSpPr>
        <p:spPr>
          <a:xfrm>
            <a:off x="3168237" y="929639"/>
            <a:ext cx="1467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chemeClr val="bg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Moon Tracker</a:t>
            </a:r>
            <a:endParaRPr kumimoji="1" lang="ko-KR" altLang="en-US" sz="1400" b="1" dirty="0">
              <a:solidFill>
                <a:schemeClr val="bg1"/>
              </a:solidFill>
              <a:latin typeface="Montserrat" pitchFamily="2" charset="0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2542E2-C19C-4603-2BCB-3A686EAC7232}"/>
              </a:ext>
            </a:extLst>
          </p:cNvPr>
          <p:cNvSpPr txBox="1"/>
          <p:nvPr/>
        </p:nvSpPr>
        <p:spPr>
          <a:xfrm>
            <a:off x="6483368" y="929639"/>
            <a:ext cx="1467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chemeClr val="bg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Moon Tracker</a:t>
            </a:r>
            <a:endParaRPr kumimoji="1" lang="ko-KR" altLang="en-US" sz="1400" b="1" dirty="0">
              <a:solidFill>
                <a:schemeClr val="bg1"/>
              </a:solidFill>
              <a:latin typeface="Montserrat" pitchFamily="2" charset="0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E28692-6DC6-C5FC-6899-0FD3E4146D79}"/>
              </a:ext>
            </a:extLst>
          </p:cNvPr>
          <p:cNvSpPr txBox="1"/>
          <p:nvPr/>
        </p:nvSpPr>
        <p:spPr>
          <a:xfrm>
            <a:off x="9779328" y="929639"/>
            <a:ext cx="1467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400" b="1" dirty="0">
                <a:solidFill>
                  <a:schemeClr val="bg1"/>
                </a:solidFill>
                <a:latin typeface="Montserrat" pitchFamily="2" charset="0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Moon Tracker</a:t>
            </a:r>
            <a:endParaRPr kumimoji="1" lang="ko-KR" altLang="en-US" sz="1400" b="1" dirty="0">
              <a:solidFill>
                <a:schemeClr val="bg1"/>
              </a:solidFill>
              <a:latin typeface="Montserrat" pitchFamily="2" charset="0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cxnSp>
        <p:nvCxnSpPr>
          <p:cNvPr id="67" name="구부러진 연결선[U] 66">
            <a:extLst>
              <a:ext uri="{FF2B5EF4-FFF2-40B4-BE49-F238E27FC236}">
                <a16:creationId xmlns:a16="http://schemas.microsoft.com/office/drawing/2014/main" id="{7A35DA8B-C82B-BBBF-5EBC-BE29A6632C4E}"/>
              </a:ext>
            </a:extLst>
          </p:cNvPr>
          <p:cNvCxnSpPr>
            <a:cxnSpLocks/>
          </p:cNvCxnSpPr>
          <p:nvPr/>
        </p:nvCxnSpPr>
        <p:spPr>
          <a:xfrm flipV="1">
            <a:off x="2307471" y="1105733"/>
            <a:ext cx="900501" cy="181821"/>
          </a:xfrm>
          <a:prstGeom prst="curvedConnector3">
            <a:avLst/>
          </a:prstGeom>
          <a:ln>
            <a:solidFill>
              <a:srgbClr val="836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B4938E8-1678-D6FB-4309-79366514FE1B}"/>
              </a:ext>
            </a:extLst>
          </p:cNvPr>
          <p:cNvSpPr txBox="1"/>
          <p:nvPr/>
        </p:nvSpPr>
        <p:spPr>
          <a:xfrm>
            <a:off x="81888" y="1035976"/>
            <a:ext cx="2300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App Title</a:t>
            </a:r>
          </a:p>
          <a:p>
            <a:pPr algn="ctr"/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상단 바 </a:t>
            </a:r>
            <a:r>
              <a:rPr kumimoji="1" lang="en-US" altLang="ko-KR" sz="1000" dirty="0">
                <a:solidFill>
                  <a:srgbClr val="836FFF"/>
                </a:solidFill>
                <a:latin typeface="Montserrat" pitchFamily="2" charset="0"/>
              </a:rPr>
              <a:t>/</a:t>
            </a:r>
            <a:r>
              <a:rPr kumimoji="1" lang="ko-KR" altLang="en-US" sz="1000" dirty="0">
                <a:solidFill>
                  <a:srgbClr val="836FFF"/>
                </a:solidFill>
                <a:latin typeface="Montserrat" pitchFamily="2" charset="0"/>
              </a:rPr>
              <a:t> 카메라에 가리지 않게 위치</a:t>
            </a:r>
            <a:endParaRPr kumimoji="1" lang="en-US" altLang="ko-KR" sz="1000" dirty="0">
              <a:solidFill>
                <a:srgbClr val="836FFF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66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BBB8D7CE-D273-048E-229D-3EE7F64AF883}"/>
              </a:ext>
            </a:extLst>
          </p:cNvPr>
          <p:cNvGrpSpPr/>
          <p:nvPr/>
        </p:nvGrpSpPr>
        <p:grpSpPr>
          <a:xfrm>
            <a:off x="-1890331" y="1012162"/>
            <a:ext cx="1826280" cy="1170502"/>
            <a:chOff x="2580503" y="1078428"/>
            <a:chExt cx="4559643" cy="2922373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A5C68F1-D0B2-2623-2C1C-9EDEA9839D8F}"/>
                </a:ext>
              </a:extLst>
            </p:cNvPr>
            <p:cNvSpPr/>
            <p:nvPr/>
          </p:nvSpPr>
          <p:spPr>
            <a:xfrm>
              <a:off x="5051854" y="1495469"/>
              <a:ext cx="2088292" cy="208829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41EFCAC-8EBC-DB11-7FB2-A144F7704CEB}"/>
                </a:ext>
              </a:extLst>
            </p:cNvPr>
            <p:cNvSpPr/>
            <p:nvPr/>
          </p:nvSpPr>
          <p:spPr>
            <a:xfrm>
              <a:off x="2580503" y="1078428"/>
              <a:ext cx="1569308" cy="292237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3134A23-688E-B230-6B10-98496F30D5BB}"/>
                </a:ext>
              </a:extLst>
            </p:cNvPr>
            <p:cNvCxnSpPr>
              <a:stCxn id="5" idx="2"/>
              <a:endCxn id="5" idx="6"/>
            </p:cNvCxnSpPr>
            <p:nvPr/>
          </p:nvCxnSpPr>
          <p:spPr>
            <a:xfrm>
              <a:off x="2580503" y="2539615"/>
              <a:ext cx="156930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CDB56F-93B8-D9B3-007D-0F2FF9F701B3}"/>
                </a:ext>
              </a:extLst>
            </p:cNvPr>
            <p:cNvSpPr txBox="1"/>
            <p:nvPr/>
          </p:nvSpPr>
          <p:spPr>
            <a:xfrm>
              <a:off x="3187865" y="2170282"/>
              <a:ext cx="354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w</a:t>
              </a:r>
              <a:endParaRPr kumimoji="1" lang="ko-KR" alt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0AFE5D1-4330-3EBD-DF01-FDB1580E310F}"/>
              </a:ext>
            </a:extLst>
          </p:cNvPr>
          <p:cNvSpPr txBox="1"/>
          <p:nvPr/>
        </p:nvSpPr>
        <p:spPr>
          <a:xfrm>
            <a:off x="-1659429" y="437794"/>
            <a:ext cx="16594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w_e</a:t>
            </a:r>
            <a:r>
              <a:rPr kumimoji="1" lang="en-US" altLang="ko-KR" sz="105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kumimoji="1" lang="en-US" altLang="ko-KR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w_f</a:t>
            </a:r>
            <a:r>
              <a:rPr kumimoji="1" lang="en-US" altLang="ko-KR" sz="1050" dirty="0">
                <a:latin typeface="Consolas" panose="020B0609020204030204" pitchFamily="49" charset="0"/>
                <a:cs typeface="Consolas" panose="020B0609020204030204" pitchFamily="49" charset="0"/>
              </a:rPr>
              <a:t> * |cos(</a:t>
            </a:r>
            <a:r>
              <a:rPr kumimoji="1" lang="en-US" altLang="ko-KR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θ</a:t>
            </a:r>
            <a:r>
              <a:rPr kumimoji="1" lang="en-US" altLang="ko-KR" sz="1050" dirty="0">
                <a:latin typeface="Consolas" panose="020B0609020204030204" pitchFamily="49" charset="0"/>
                <a:cs typeface="Consolas" panose="020B0609020204030204" pitchFamily="49" charset="0"/>
              </a:rPr>
              <a:t>)|</a:t>
            </a:r>
            <a:endParaRPr kumimoji="1" lang="ko-KR" altLang="en-US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C5256-155E-1D44-7E9A-9EF6DE35115A}"/>
              </a:ext>
            </a:extLst>
          </p:cNvPr>
          <p:cNvSpPr txBox="1"/>
          <p:nvPr/>
        </p:nvSpPr>
        <p:spPr>
          <a:xfrm>
            <a:off x="-1659429" y="88415"/>
            <a:ext cx="13644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l-GR" altLang="ko-KR" sz="1050" dirty="0">
                <a:latin typeface="Consolas" panose="020B0609020204030204" pitchFamily="49" charset="0"/>
                <a:cs typeface="Consolas" panose="020B0609020204030204" pitchFamily="49" charset="0"/>
              </a:rPr>
              <a:t>Θ </a:t>
            </a:r>
            <a:r>
              <a:rPr kumimoji="1" lang="en-US" altLang="ko-KR" sz="1050" dirty="0">
                <a:latin typeface="Consolas" panose="020B0609020204030204" pitchFamily="49" charset="0"/>
                <a:cs typeface="Consolas" panose="020B0609020204030204" pitchFamily="49" charset="0"/>
              </a:rPr>
              <a:t>= phase(%) * </a:t>
            </a:r>
            <a:r>
              <a:rPr kumimoji="1" lang="el-GR" altLang="ko-KR" sz="1050" dirty="0">
                <a:latin typeface="Consolas" panose="020B0609020204030204" pitchFamily="49" charset="0"/>
                <a:cs typeface="Consolas" panose="020B0609020204030204" pitchFamily="49" charset="0"/>
              </a:rPr>
              <a:t>π</a:t>
            </a:r>
            <a:endParaRPr kumimoji="1" lang="ko-KR" altLang="en-US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37DCB24-6001-F168-214B-A5FED3953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883738"/>
              </p:ext>
            </p:extLst>
          </p:nvPr>
        </p:nvGraphicFramePr>
        <p:xfrm>
          <a:off x="243268" y="171254"/>
          <a:ext cx="11340000" cy="652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82303441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628044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1665710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143033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66216456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80873745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885144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Shape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Phase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1000" dirty="0"/>
                        <a:t>θ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Circle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Ellipse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Square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Shape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471669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신월</a:t>
                      </a:r>
                      <a:r>
                        <a:rPr lang="en-US" altLang="ko-KR" sz="1000" dirty="0"/>
                        <a:t> (●)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Dark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44262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초승달</a:t>
                      </a:r>
                      <a:r>
                        <a:rPr lang="en-US" altLang="ko-KR" sz="1000" dirty="0"/>
                        <a:t> (ↄ)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0~0.25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Dark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Left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18146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상현</a:t>
                      </a:r>
                      <a:r>
                        <a:rPr lang="en-US" altLang="ko-KR" sz="1000" dirty="0"/>
                        <a:t> (D)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0.25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~0.7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Left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19108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상현 </a:t>
                      </a:r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 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0.25~0.5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Left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41266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보름</a:t>
                      </a:r>
                      <a:r>
                        <a:rPr lang="en-US" altLang="ko-KR" sz="1000" dirty="0"/>
                        <a:t> (○)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30412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보름 </a:t>
                      </a:r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 하현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0.5~0.75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36875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하현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0.75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~ -0.7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Right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76710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그믐</a:t>
                      </a:r>
                      <a:r>
                        <a:rPr lang="en-US" altLang="ko-KR" sz="1000" dirty="0"/>
                        <a:t> (C)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0.75~1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Light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Dark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34" charset="-127"/>
                          <a:cs typeface="+mn-cs"/>
                        </a:rPr>
                        <a:t>Right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68872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신월</a:t>
                      </a:r>
                      <a:r>
                        <a:rPr lang="en-US" altLang="ko-KR" sz="1000" dirty="0"/>
                        <a:t> (●)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Dark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772528"/>
                  </a:ext>
                </a:extLst>
              </a:tr>
            </a:tbl>
          </a:graphicData>
        </a:graphic>
      </p:graphicFrame>
      <p:sp>
        <p:nvSpPr>
          <p:cNvPr id="14" name="타원 13">
            <a:extLst>
              <a:ext uri="{FF2B5EF4-FFF2-40B4-BE49-F238E27FC236}">
                <a16:creationId xmlns:a16="http://schemas.microsoft.com/office/drawing/2014/main" id="{75ABE8C9-1161-0213-5155-B149C68EC8F6}"/>
              </a:ext>
            </a:extLst>
          </p:cNvPr>
          <p:cNvSpPr/>
          <p:nvPr/>
        </p:nvSpPr>
        <p:spPr>
          <a:xfrm>
            <a:off x="10499544" y="1280194"/>
            <a:ext cx="571290" cy="57129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6C1096E-6785-D106-527F-1278E5B4D50A}"/>
              </a:ext>
            </a:extLst>
          </p:cNvPr>
          <p:cNvSpPr/>
          <p:nvPr/>
        </p:nvSpPr>
        <p:spPr>
          <a:xfrm>
            <a:off x="10499544" y="1964835"/>
            <a:ext cx="571290" cy="57129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91A472A-3BDE-5E97-0DC6-EA4778CD3C99}"/>
              </a:ext>
            </a:extLst>
          </p:cNvPr>
          <p:cNvSpPr/>
          <p:nvPr/>
        </p:nvSpPr>
        <p:spPr>
          <a:xfrm>
            <a:off x="10499544" y="2649476"/>
            <a:ext cx="571290" cy="57129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2D7C65A-1029-240D-7BE9-B4913875FA48}"/>
              </a:ext>
            </a:extLst>
          </p:cNvPr>
          <p:cNvSpPr/>
          <p:nvPr/>
        </p:nvSpPr>
        <p:spPr>
          <a:xfrm>
            <a:off x="10499544" y="3334117"/>
            <a:ext cx="571290" cy="57129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493566B-C07A-450C-29B8-2167A887E28B}"/>
              </a:ext>
            </a:extLst>
          </p:cNvPr>
          <p:cNvSpPr/>
          <p:nvPr/>
        </p:nvSpPr>
        <p:spPr>
          <a:xfrm>
            <a:off x="10499544" y="4018758"/>
            <a:ext cx="571290" cy="57129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40815C7-DA0C-6921-0165-D0B3C1937D25}"/>
              </a:ext>
            </a:extLst>
          </p:cNvPr>
          <p:cNvSpPr/>
          <p:nvPr/>
        </p:nvSpPr>
        <p:spPr>
          <a:xfrm>
            <a:off x="10499544" y="4703399"/>
            <a:ext cx="571290" cy="57129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F89CDEC-7B61-EA31-C4FC-22D6D6F4B011}"/>
              </a:ext>
            </a:extLst>
          </p:cNvPr>
          <p:cNvSpPr/>
          <p:nvPr/>
        </p:nvSpPr>
        <p:spPr>
          <a:xfrm>
            <a:off x="10499544" y="5388040"/>
            <a:ext cx="571290" cy="57129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019DA75-543E-0EA8-9E70-C7204D35026F}"/>
              </a:ext>
            </a:extLst>
          </p:cNvPr>
          <p:cNvSpPr/>
          <p:nvPr/>
        </p:nvSpPr>
        <p:spPr>
          <a:xfrm>
            <a:off x="10499544" y="595553"/>
            <a:ext cx="571290" cy="57129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C862DC2-8BF5-258F-BD08-7AE80A8BE2D0}"/>
              </a:ext>
            </a:extLst>
          </p:cNvPr>
          <p:cNvSpPr/>
          <p:nvPr/>
        </p:nvSpPr>
        <p:spPr>
          <a:xfrm>
            <a:off x="10499544" y="6072681"/>
            <a:ext cx="571290" cy="57129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0B4A5BB-DC18-6E07-1FBA-881753133CE2}"/>
              </a:ext>
            </a:extLst>
          </p:cNvPr>
          <p:cNvSpPr/>
          <p:nvPr/>
        </p:nvSpPr>
        <p:spPr>
          <a:xfrm>
            <a:off x="10638608" y="1280194"/>
            <a:ext cx="293162" cy="57129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4A40354-3631-CB01-A3D4-6ED8AE4EFAE7}"/>
              </a:ext>
            </a:extLst>
          </p:cNvPr>
          <p:cNvSpPr/>
          <p:nvPr/>
        </p:nvSpPr>
        <p:spPr>
          <a:xfrm>
            <a:off x="10638608" y="5388040"/>
            <a:ext cx="293162" cy="57129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41CE2A1-3063-22E3-9E91-389FF4F2C102}"/>
              </a:ext>
            </a:extLst>
          </p:cNvPr>
          <p:cNvSpPr/>
          <p:nvPr/>
        </p:nvSpPr>
        <p:spPr>
          <a:xfrm>
            <a:off x="10495785" y="1280194"/>
            <a:ext cx="285645" cy="57129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50A76D-342F-CAF7-D6B8-8838F3D22B9D}"/>
              </a:ext>
            </a:extLst>
          </p:cNvPr>
          <p:cNvSpPr/>
          <p:nvPr/>
        </p:nvSpPr>
        <p:spPr>
          <a:xfrm>
            <a:off x="10495785" y="1964835"/>
            <a:ext cx="285645" cy="57129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6C4E4C-F6EE-7650-3C36-0EC432982223}"/>
              </a:ext>
            </a:extLst>
          </p:cNvPr>
          <p:cNvSpPr/>
          <p:nvPr/>
        </p:nvSpPr>
        <p:spPr>
          <a:xfrm>
            <a:off x="10495785" y="2651026"/>
            <a:ext cx="285645" cy="57129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6A84103-F4DF-228D-7B94-0BEBAD3244D7}"/>
              </a:ext>
            </a:extLst>
          </p:cNvPr>
          <p:cNvSpPr/>
          <p:nvPr/>
        </p:nvSpPr>
        <p:spPr>
          <a:xfrm>
            <a:off x="10781430" y="4018758"/>
            <a:ext cx="289404" cy="57129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CF6E79-0F96-19CE-EB86-116B38CED7C2}"/>
              </a:ext>
            </a:extLst>
          </p:cNvPr>
          <p:cNvSpPr/>
          <p:nvPr/>
        </p:nvSpPr>
        <p:spPr>
          <a:xfrm>
            <a:off x="10781430" y="4703399"/>
            <a:ext cx="289404" cy="57129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70AC69F-7540-AF8C-C595-85968484CB0E}"/>
              </a:ext>
            </a:extLst>
          </p:cNvPr>
          <p:cNvSpPr/>
          <p:nvPr/>
        </p:nvSpPr>
        <p:spPr>
          <a:xfrm>
            <a:off x="10781430" y="5388040"/>
            <a:ext cx="289404" cy="57129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4DF7236-9455-8796-2F3D-DD9770090BF7}"/>
              </a:ext>
            </a:extLst>
          </p:cNvPr>
          <p:cNvSpPr/>
          <p:nvPr/>
        </p:nvSpPr>
        <p:spPr>
          <a:xfrm>
            <a:off x="10638608" y="2647926"/>
            <a:ext cx="293162" cy="5712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F33D2EC-C7B4-3C74-CDD8-FFE7A8E42172}"/>
              </a:ext>
            </a:extLst>
          </p:cNvPr>
          <p:cNvSpPr/>
          <p:nvPr/>
        </p:nvSpPr>
        <p:spPr>
          <a:xfrm>
            <a:off x="10638608" y="4018758"/>
            <a:ext cx="293162" cy="57129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947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17021</TotalTime>
  <Words>229</Words>
  <Application>Microsoft Macintosh PowerPoint</Application>
  <PresentationFormat>와이드스크린</PresentationFormat>
  <Paragraphs>87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Consolas</vt:lpstr>
      <vt:lpstr>Montserrat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박주연</dc:creator>
  <cp:lastModifiedBy>박주연</cp:lastModifiedBy>
  <cp:revision>4</cp:revision>
  <dcterms:created xsi:type="dcterms:W3CDTF">2026-03-16T14:53:35Z</dcterms:created>
  <dcterms:modified xsi:type="dcterms:W3CDTF">2026-09-29T16:22:42Z</dcterms:modified>
</cp:coreProperties>
</file>